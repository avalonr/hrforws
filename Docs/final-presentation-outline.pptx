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4e89a893ee4225" /><Relationship Type="http://schemas.openxmlformats.org/officeDocument/2006/relationships/extended-properties" Target="/docProps/app.xml" Id="R5f24d7da2d034c01" /><Relationship Type="http://schemas.openxmlformats.org/officeDocument/2006/relationships/officeDocument" Target="/ppt/presentation.xml" Id="R6f89968836e94c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8c56a9c6cc4482"/>
  </p:sldMasterIdLst>
  <p:notesMasterIdLst>
    <p:notesMasterId xmlns:r="http://schemas.openxmlformats.org/officeDocument/2006/relationships" r:id="Rc100f51e83f24e05"/>
  </p:notesMasterIdLst>
  <p:sldIdLst>
    <p:sldId xmlns:r="http://schemas.openxmlformats.org/officeDocument/2006/relationships" id="256" r:id="R608178dcb5594b39"/>
    <p:sldId xmlns:r="http://schemas.openxmlformats.org/officeDocument/2006/relationships" id="257" r:id="R902db0110fe341a4"/>
    <p:sldId xmlns:r="http://schemas.openxmlformats.org/officeDocument/2006/relationships" id="258" r:id="Rb77070c346544b2d"/>
    <p:sldId xmlns:r="http://schemas.openxmlformats.org/officeDocument/2006/relationships" id="259" r:id="R81d1199ba42a43b2"/>
    <p:sldId xmlns:r="http://schemas.openxmlformats.org/officeDocument/2006/relationships" id="260" r:id="R66cb739cc789436f"/>
    <p:sldId xmlns:r="http://schemas.openxmlformats.org/officeDocument/2006/relationships" id="261" r:id="Rb04b1df3a0ea4e12"/>
    <p:sldId xmlns:r="http://schemas.openxmlformats.org/officeDocument/2006/relationships" id="262" r:id="R699ee74cb56d434a"/>
    <p:sldId xmlns:r="http://schemas.openxmlformats.org/officeDocument/2006/relationships" id="263" r:id="R6f304455c8244aec"/>
    <p:sldId xmlns:r="http://schemas.openxmlformats.org/officeDocument/2006/relationships" id="264" r:id="R8724c98853574666"/>
    <p:sldId xmlns:r="http://schemas.openxmlformats.org/officeDocument/2006/relationships" id="265" r:id="Rbf7410aad5cf47af"/>
    <p:sldId xmlns:r="http://schemas.openxmlformats.org/officeDocument/2006/relationships" id="266" r:id="R5557960f557740f0"/>
    <p:sldId xmlns:r="http://schemas.openxmlformats.org/officeDocument/2006/relationships" id="267" r:id="R344599031a6e4400"/>
    <p:sldId xmlns:r="http://schemas.openxmlformats.org/officeDocument/2006/relationships" id="268" r:id="R29de51616d8144f5"/>
    <p:sldId xmlns:r="http://schemas.openxmlformats.org/officeDocument/2006/relationships" id="269" r:id="Re7f769b173a14bec"/>
    <p:sldId xmlns:r="http://schemas.openxmlformats.org/officeDocument/2006/relationships" id="270" r:id="Rd2d4ddbc876d46ba"/>
    <p:sldId xmlns:r="http://schemas.openxmlformats.org/officeDocument/2006/relationships" id="271" r:id="R783f2ced7fb04909"/>
    <p:sldId xmlns:r="http://schemas.openxmlformats.org/officeDocument/2006/relationships" id="272" r:id="Reddf5dda6889435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8c56a9c6cc4482" /><Relationship Type="http://schemas.openxmlformats.org/officeDocument/2006/relationships/theme" Target="/ppt/theme/theme1.xml" Id="R8b9c40fbf4744825" /><Relationship Type="http://schemas.openxmlformats.org/officeDocument/2006/relationships/notesMaster" Target="/ppt/notesMasters/notesMaster1.xml" Id="Rc100f51e83f24e05" /><Relationship Type="http://schemas.openxmlformats.org/officeDocument/2006/relationships/presProps" Target="/ppt/presProps.xml" Id="R6478aa4e19d5457b" /><Relationship Type="http://schemas.openxmlformats.org/officeDocument/2006/relationships/viewProps" Target="/ppt/viewProps.xml" Id="R50ad9af066f24f8f" /><Relationship Type="http://schemas.openxmlformats.org/officeDocument/2006/relationships/tableStyles" Target="/ppt/tableStyles.xml" Id="R1a22ecca58c943fc" /><Relationship Type="http://schemas.openxmlformats.org/officeDocument/2006/relationships/slide" Target="/ppt/slides/slide1.xml" Id="R608178dcb5594b39" /><Relationship Type="http://schemas.openxmlformats.org/officeDocument/2006/relationships/slide" Target="/ppt/slides/slide2.xml" Id="R902db0110fe341a4" /><Relationship Type="http://schemas.openxmlformats.org/officeDocument/2006/relationships/slide" Target="/ppt/slides/slide3.xml" Id="Rb77070c346544b2d" /><Relationship Type="http://schemas.openxmlformats.org/officeDocument/2006/relationships/slide" Target="/ppt/slides/slide4.xml" Id="R81d1199ba42a43b2" /><Relationship Type="http://schemas.openxmlformats.org/officeDocument/2006/relationships/slide" Target="/ppt/slides/slide5.xml" Id="R66cb739cc789436f" /><Relationship Type="http://schemas.openxmlformats.org/officeDocument/2006/relationships/slide" Target="/ppt/slides/slide6.xml" Id="Rb04b1df3a0ea4e12" /><Relationship Type="http://schemas.openxmlformats.org/officeDocument/2006/relationships/slide" Target="/ppt/slides/slide7.xml" Id="R699ee74cb56d434a" /><Relationship Type="http://schemas.openxmlformats.org/officeDocument/2006/relationships/slide" Target="/ppt/slides/slide8.xml" Id="R6f304455c8244aec" /><Relationship Type="http://schemas.openxmlformats.org/officeDocument/2006/relationships/slide" Target="/ppt/slides/slide9.xml" Id="R8724c98853574666" /><Relationship Type="http://schemas.openxmlformats.org/officeDocument/2006/relationships/slide" Target="/ppt/slides/slide10.xml" Id="Rbf7410aad5cf47af" /><Relationship Type="http://schemas.openxmlformats.org/officeDocument/2006/relationships/slide" Target="/ppt/slides/slide11.xml" Id="R5557960f557740f0" /><Relationship Type="http://schemas.openxmlformats.org/officeDocument/2006/relationships/slide" Target="/ppt/slides/slide12.xml" Id="R344599031a6e4400" /><Relationship Type="http://schemas.openxmlformats.org/officeDocument/2006/relationships/slide" Target="/ppt/slides/slide13.xml" Id="R29de51616d8144f5" /><Relationship Type="http://schemas.openxmlformats.org/officeDocument/2006/relationships/slide" Target="/ppt/slides/slide14.xml" Id="Re7f769b173a14bec" /><Relationship Type="http://schemas.openxmlformats.org/officeDocument/2006/relationships/slide" Target="/ppt/slides/slide15.xml" Id="Rd2d4ddbc876d46ba" /><Relationship Type="http://schemas.openxmlformats.org/officeDocument/2006/relationships/slide" Target="/ppt/slides/slide16.xml" Id="R783f2ced7fb04909" /><Relationship Type="http://schemas.openxmlformats.org/officeDocument/2006/relationships/slide" Target="/ppt/slides/slide17.xml" Id="Reddf5dda688943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b6ebe6d7c9849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deb568098544cf" /><Relationship Type="http://schemas.openxmlformats.org/officeDocument/2006/relationships/notesMaster" Target="/ppt/notesMasters/notesMaster1.xml" Id="Rce2d174929e543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4052a7e34649da" /><Relationship Type="http://schemas.openxmlformats.org/officeDocument/2006/relationships/notesMaster" Target="/ppt/notesMasters/notesMaster1.xml" Id="Rdc705ebab5224c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b72a3bffbc4f43" /><Relationship Type="http://schemas.openxmlformats.org/officeDocument/2006/relationships/notesMaster" Target="/ppt/notesMasters/notesMaster1.xml" Id="R1f343d87c6d945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8b5ba7fcb34f19" /><Relationship Type="http://schemas.openxmlformats.org/officeDocument/2006/relationships/notesMaster" Target="/ppt/notesMasters/notesMaster1.xml" Id="Rd25eb4bb874e4f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2ab500e2084e77" /><Relationship Type="http://schemas.openxmlformats.org/officeDocument/2006/relationships/notesMaster" Target="/ppt/notesMasters/notesMaster1.xml" Id="R71b7793a012542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38997f3f184d19" /><Relationship Type="http://schemas.openxmlformats.org/officeDocument/2006/relationships/notesMaster" Target="/ppt/notesMasters/notesMaster1.xml" Id="R5d843bc3106a4f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c5a32e14cc4648" /><Relationship Type="http://schemas.openxmlformats.org/officeDocument/2006/relationships/notesMaster" Target="/ppt/notesMasters/notesMaster1.xml" Id="R47d50e7c24a748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65482ecf664392" /><Relationship Type="http://schemas.openxmlformats.org/officeDocument/2006/relationships/notesMaster" Target="/ppt/notesMasters/notesMaster1.xml" Id="Re23fd70278214c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a82c72292f4f31" /><Relationship Type="http://schemas.openxmlformats.org/officeDocument/2006/relationships/notesMaster" Target="/ppt/notesMasters/notesMaster1.xml" Id="R985f76f0eeb447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13d4b1c5a14017" /><Relationship Type="http://schemas.openxmlformats.org/officeDocument/2006/relationships/notesMaster" Target="/ppt/notesMasters/notesMaster1.xml" Id="Rd3810e3635db46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c597bd99f44464" /><Relationship Type="http://schemas.openxmlformats.org/officeDocument/2006/relationships/notesMaster" Target="/ppt/notesMasters/notesMaster1.xml" Id="R45344656e3bb46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e4fb73e11a4549" /><Relationship Type="http://schemas.openxmlformats.org/officeDocument/2006/relationships/notesMaster" Target="/ppt/notesMasters/notesMaster1.xml" Id="R416c980a8462433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c9b61a9c21543fa" /><Relationship Type="http://schemas.openxmlformats.org/officeDocument/2006/relationships/notesMaster" Target="/ppt/notesMasters/notesMaster1.xml" Id="Rfed08b55215342f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737b9aee60a4a9a" /><Relationship Type="http://schemas.openxmlformats.org/officeDocument/2006/relationships/notesMaster" Target="/ppt/notesMasters/notesMaster1.xml" Id="R648e6fb793c84b1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40c860470c1429f" /><Relationship Type="http://schemas.openxmlformats.org/officeDocument/2006/relationships/notesMaster" Target="/ppt/notesMasters/notesMaster1.xml" Id="Rb9216ee27c8044c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4ca834474874e14" /><Relationship Type="http://schemas.openxmlformats.org/officeDocument/2006/relationships/notesMaster" Target="/ppt/notesMasters/notesMaster1.xml" Id="Rd3c991f503ed474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916c9afcb3f4f3b" /><Relationship Type="http://schemas.openxmlformats.org/officeDocument/2006/relationships/notesMaster" Target="/ppt/notesMasters/notesMaster1.xml" Id="R4a007c77db9245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33671b1e5948f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5db6e7f4c8048a0" /><Relationship Type="http://schemas.openxmlformats.org/officeDocument/2006/relationships/slideLayout" Target="/ppt/slideLayouts/slideLayout2.xml" Id="Rba5d8c492c2047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5d8c492c2047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5f922d19cf422a" /><Relationship Type="http://schemas.openxmlformats.org/officeDocument/2006/relationships/notesSlide" Target="/ppt/notesSlides/notesSlide1.xml" Id="R0fb80b08334d4e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0cd55a6fb646c5" /><Relationship Type="http://schemas.openxmlformats.org/officeDocument/2006/relationships/notesSlide" Target="/ppt/notesSlides/notesSlide2.xml" Id="R273b315cbfd547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13bbb0e85c41d0" /><Relationship Type="http://schemas.openxmlformats.org/officeDocument/2006/relationships/notesSlide" Target="/ppt/notesSlides/notesSlide3.xml" Id="R483da61ca0ce40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b98401e4694399" /><Relationship Type="http://schemas.openxmlformats.org/officeDocument/2006/relationships/notesSlide" Target="/ppt/notesSlides/notesSlide4.xml" Id="Rb1132cffb9d548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12bd85b26d42f6" /><Relationship Type="http://schemas.openxmlformats.org/officeDocument/2006/relationships/notesSlide" Target="/ppt/notesSlides/notesSlide5.xml" Id="R4d9fd3adee6340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b0158cd68841e4" /><Relationship Type="http://schemas.openxmlformats.org/officeDocument/2006/relationships/notesSlide" Target="/ppt/notesSlides/notesSlide6.xml" Id="R9c22a1a1dd7d46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996844b603441d" /><Relationship Type="http://schemas.openxmlformats.org/officeDocument/2006/relationships/notesSlide" Target="/ppt/notesSlides/notesSlide7.xml" Id="Rf6e667530d8541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588990890549bc" /><Relationship Type="http://schemas.openxmlformats.org/officeDocument/2006/relationships/notesSlide" Target="/ppt/notesSlides/notesSlide8.xml" Id="R4c70a85719604c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1f8735708b4226" /><Relationship Type="http://schemas.openxmlformats.org/officeDocument/2006/relationships/notesSlide" Target="/ppt/notesSlides/notesSlide9.xml" Id="R756e74e3e1d24e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3bd9b3734f400e" /><Relationship Type="http://schemas.openxmlformats.org/officeDocument/2006/relationships/notesSlide" Target="/ppt/notesSlides/notesSlide10.xml" Id="Rb6aa1ed72a0545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4d10c214654228" /><Relationship Type="http://schemas.openxmlformats.org/officeDocument/2006/relationships/notesSlide" Target="/ppt/notesSlides/notesSlide11.xml" Id="R0a29d363e7f24e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71b2a8b77446bf" /><Relationship Type="http://schemas.openxmlformats.org/officeDocument/2006/relationships/notesSlide" Target="/ppt/notesSlides/notesSlide12.xml" Id="R55a82e064e724aa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cfddd4b18a4e34" /><Relationship Type="http://schemas.openxmlformats.org/officeDocument/2006/relationships/notesSlide" Target="/ppt/notesSlides/notesSlide13.xml" Id="Rd4cd996130d840b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cef3343b0f447f" /><Relationship Type="http://schemas.openxmlformats.org/officeDocument/2006/relationships/notesSlide" Target="/ppt/notesSlides/notesSlide14.xml" Id="Rae82c212c9c543d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66a29b267a43f3" /><Relationship Type="http://schemas.openxmlformats.org/officeDocument/2006/relationships/notesSlide" Target="/ppt/notesSlides/notesSlide15.xml" Id="R62337b3923f245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c5cd73b32b448d" /><Relationship Type="http://schemas.openxmlformats.org/officeDocument/2006/relationships/notesSlide" Target="/ppt/notesSlides/notesSlide16.xml" Id="R879f08b2f8bf40c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4727404b934672" /><Relationship Type="http://schemas.openxmlformats.org/officeDocument/2006/relationships/notesSlide" Target="/ppt/notesSlides/notesSlide17.xml" Id="Rd693e122e73d48a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A202CD-6C00-400E-97B3-9F113CC8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4119D-72A7-45C2-B70F-0B0BE441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HRForWS FINAL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8EA42-1DD5-4783-A10B-091645B5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HRForWS Project Idea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4C8DE-F268-49AB-8932-3199F01E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Human Resources Management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BA637-2ECB-403E-A7B3-B87FBD5B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ASP.NET Core Web API backend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07E94-3B7C-4A04-A917-FC496683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React/Vite 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ED424-0BC2-4098-9F85-45CCE2F1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Core HR workflows with role-based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6E160-A1B4-4C47-8052-82939F01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D009C-2C88-4059-AA12-22F144F7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[SCREENSHOT PLACEHOLDER: Frontend dashboard/home]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C4B24-19E2-466E-ACFC-F73C2F5B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801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E7EB0-E056-4A4D-9394-C486C038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42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3A8A"/>
                </a:solidFill>
                <a:latin typeface="Aptos"/>
                <a:ea typeface="Aptos"/>
                <a:cs typeface="Aptos"/>
              </a:rPr>
              <a:t>Speaker notes: Introduce the system and the problem it solves.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262022-0BA9-400E-B5E1-5A28AAE7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1/17</a:t>
            </a:r>
          </a:p>
        </p:txBody>
      </p:sp>
    </p:spTree>
    <p:extLst>
      <p:ext uri="{BB962C8B-B14F-4D97-AF65-F5344CB8AC3E}">
        <p14:creationId xmlns:p14="http://schemas.microsoft.com/office/powerpoint/2010/main" val="16648331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40F76E-8D2E-4D5B-9D98-7501D246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3DAEE-1758-4A8B-8A5C-CEC9E417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HRForWS FINAL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7E161-AEFB-4FAD-907E-9DE81404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Agile Methodology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4B7DB-6021-49A5-8A55-53AEC150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Iterative feature delivery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56836-233B-4F20-AA8F-6C79573D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Requirements first, implementation second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36765-39D4-4BC2-A2A0-33822BEF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Testing and documentation in final phase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2388D-3A23-40B8-BCD8-3D17682E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No new features added during final prep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C8ECE-9ACB-4D3D-90A4-30373E2C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428CF9-B4D2-471A-BB8B-355797C7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[SCREENSHOT PLACEHOLDER: GitHub Project board showing Done/In Testing columns]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C1C38-C1B1-4D6E-8346-E4C53C9E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801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1C6AC8-96BC-4364-9133-E1A016D5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42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3A8A"/>
                </a:solidFill>
                <a:latin typeface="Aptos"/>
                <a:ea typeface="Aptos"/>
                <a:cs typeface="Aptos"/>
              </a:rPr>
              <a:t>Speaker notes: Explain the delivery process and final stabilization phase.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AD91E-8023-4BDB-AB5A-8B6394C6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2/17</a:t>
            </a:r>
          </a:p>
        </p:txBody>
      </p:sp>
    </p:spTree>
    <p:extLst>
      <p:ext uri="{BB962C8B-B14F-4D97-AF65-F5344CB8AC3E}">
        <p14:creationId xmlns:p14="http://schemas.microsoft.com/office/powerpoint/2010/main" val="11100132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E0EB44-555F-438D-BFAD-86AFBB32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7112D-87B7-4A92-8694-39C20BCB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HRForWS FINAL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526BA-4958-428B-868A-2837B42C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Team Roles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4E760-8902-42D1-8283-CC67696C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Product Owner: requirements and priorities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07628-2AA2-4B21-984E-4094F442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Developer: backend/frontend implementation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9A30A-BB31-4AA0-B8E9-9D487C09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QA: unit and E2E testing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85B78-2DEB-4FB6-B009-C4F9CB7E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Scrum Master: workflow and presentation readiness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B782F-57FC-4681-A52C-AC5C66B2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6A968-7296-4FDA-9569-F4C6E950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[SCREENSHOT PLACEHOLDER: Team roles or GitHub contributors page]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D2A83-FE27-4BC3-A3ED-552E60E1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801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286806-BEBD-462A-B5A6-79835B3E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42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3A8A"/>
                </a:solidFill>
                <a:latin typeface="Aptos"/>
                <a:ea typeface="Aptos"/>
                <a:cs typeface="Aptos"/>
              </a:rPr>
              <a:t>Speaker notes: Describe actual members or responsibilities.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798D0-B6BE-47DD-A2C0-75B3DD88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3/17</a:t>
            </a:r>
          </a:p>
        </p:txBody>
      </p:sp>
    </p:spTree>
    <p:extLst>
      <p:ext uri="{BB962C8B-B14F-4D97-AF65-F5344CB8AC3E}">
        <p14:creationId xmlns:p14="http://schemas.microsoft.com/office/powerpoint/2010/main" val="5706690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B86DD8-24DD-4688-90FB-93F17132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6261C-0747-46D5-A2F7-21A1A23E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HRForWS FINAL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73641-B141-4D74-91FC-96CC5E09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GitHub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12E95-00A2-4541-B3F0-17D1FE1E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main remains stable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D0670-3463-42FF-B8A5-E51BEC9A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develop is the integration branch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D30A4-63C8-4F4D-9928-36D06D09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feature/* branches for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6483D8-FFB6-4CB5-8796-B17E1CF0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Pull requests target develop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FFC29-885B-435B-AEED-8AB058BF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966AA-B317-41E2-B10B-F19F810E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[SCREENSHOT PLACEHOLDER: GitHub branch list or PR targeting develop]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27B83-70BA-4E7E-A60A-3BC6B66D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801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DD5AB-1899-4225-9699-3C3A1C5F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42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3A8A"/>
                </a:solidFill>
                <a:latin typeface="Aptos"/>
                <a:ea typeface="Aptos"/>
                <a:cs typeface="Aptos"/>
              </a:rPr>
              <a:t>Speaker notes: Show that work is separated and reviewed before integration.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2210B-B2E0-4A5F-8D4F-B8492647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4/17</a:t>
            </a:r>
          </a:p>
        </p:txBody>
      </p:sp>
    </p:spTree>
    <p:extLst>
      <p:ext uri="{BB962C8B-B14F-4D97-AF65-F5344CB8AC3E}">
        <p14:creationId xmlns:p14="http://schemas.microsoft.com/office/powerpoint/2010/main" val="11931625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0A6E38-F2B5-4672-B6C5-3EEEA619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48049-C53D-4621-8E23-6EF7165D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HRForWS FINAL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F99CE-F7E7-4B25-BA1B-C25AF23B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Requirements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DA504-1AF2-46ED-BEE2-715AEEB6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Functional requirements documented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A4C8D-FDFE-49EF-877E-590AE68E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Non-functional requirements documented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EB2D4-790E-42EA-8E43-68FA9A47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Completed and planned scope separated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FAF54-AEC5-415F-90F9-E373680F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Demo focuses on completed HR workflows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8CAAC-666E-4031-83C3-CD889162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668A8-EB0F-49CA-9472-4F156E0A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[SCREENSHOT PLACEHOLDER: Requirements document]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BFE9F-CDDF-4835-BA86-02B2F2C7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801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2704D-D39E-4944-A640-79B3FB48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42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3A8A"/>
                </a:solidFill>
                <a:latin typeface="Aptos"/>
                <a:ea typeface="Aptos"/>
                <a:cs typeface="Aptos"/>
              </a:rPr>
              <a:t>Speaker notes: Point to Docs/requirements.md as the source of truth.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8BE5B-5816-4160-A4D7-F1C1CCC6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5/17</a:t>
            </a:r>
          </a:p>
        </p:txBody>
      </p:sp>
    </p:spTree>
    <p:extLst>
      <p:ext uri="{BB962C8B-B14F-4D97-AF65-F5344CB8AC3E}">
        <p14:creationId xmlns:p14="http://schemas.microsoft.com/office/powerpoint/2010/main" val="11221276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E07B75-A004-4D9E-9D89-B9510498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C4AC0-9951-48DB-B2B0-84D9A9C4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HRForWS FINAL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8D388-C7C4-4DC2-AA0C-408B9C8F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Functional Requirements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6C1F6-C509-4A7B-9C85-D23A23A1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Login and JWT authentication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E2C4A-B357-46A3-9809-1502E375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Departments, positions, employees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FC820-E9C2-49E8-AE67-F462B729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Leave and attendance management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66A78-064C-4B2A-A463-AD84A40F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Payroll, salary history, performance reviews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F5DBA-69FA-484B-B528-65B36A5A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5F311-9AEB-4BFC-8A0E-373B3DF5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[SCREENSHOT PLACEHOLDER: Functional requirements table]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F57A3-D8DE-47D1-8A2C-9F05F0A3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801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C654E9-A4AC-4EC3-B3D8-6401A5AA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42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3A8A"/>
                </a:solidFill>
                <a:latin typeface="Aptos"/>
                <a:ea typeface="Aptos"/>
                <a:cs typeface="Aptos"/>
              </a:rPr>
              <a:t>Speaker notes: Summarize what the app does for users.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EE2E9F-77B1-4C4E-AFC4-1E1DE8C2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6/17</a:t>
            </a:r>
          </a:p>
        </p:txBody>
      </p:sp>
    </p:spTree>
    <p:extLst>
      <p:ext uri="{BB962C8B-B14F-4D97-AF65-F5344CB8AC3E}">
        <p14:creationId xmlns:p14="http://schemas.microsoft.com/office/powerpoint/2010/main" val="45339858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9429D6-2036-425C-BDF7-00841EEB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08F50-C705-4141-BA9A-D4CB5CC4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HRForWS FINAL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45DD2-1C60-4F4A-9BA1-88BE8A7E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Non-Functional Requirements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3B1A8-8606-4D2A-8F95-FBFF0DF8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JWT and role-based authorization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BB20F-E200-4F76-81EC-19AA4CA6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SQLite and Entity Framework 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BB521-DFD8-4603-8366-B52B4ABA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Swagger API documentation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5B58B7-C72B-40CA-919D-CE1A46E1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Automated tests and build verification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CDA3D-E25B-4A17-BFE9-FF6C20A9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56AEAF-CB22-4F60-BAFD-34FEE59B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[SCREENSHOT PLACEHOLDER: Non-functional requirements table]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5BB52-7572-4D6A-8BB8-6C90BA3B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801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FAB22-D433-4AA6-8CBB-1B11F13C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42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3A8A"/>
                </a:solidFill>
                <a:latin typeface="Aptos"/>
                <a:ea typeface="Aptos"/>
                <a:cs typeface="Aptos"/>
              </a:rPr>
              <a:t>Speaker notes: Explain the quality and platform requirements.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EE916-92C6-45DE-9C07-11CC88AF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7/17</a:t>
            </a:r>
          </a:p>
        </p:txBody>
      </p:sp>
    </p:spTree>
    <p:extLst>
      <p:ext uri="{BB962C8B-B14F-4D97-AF65-F5344CB8AC3E}">
        <p14:creationId xmlns:p14="http://schemas.microsoft.com/office/powerpoint/2010/main" val="17120298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74F87D-7A2F-4727-8F75-E8707AB8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F9864-448E-4B1A-BF15-FE3E62D6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HRForWS FINAL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5011F-135C-4E8A-9F2D-3CE78A3B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User Stories and Acceptance Criteria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1172C-BA7B-4606-A4CB-6089FAA5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Admin can log 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544A4-05E8-4E4F-B722-F67E308A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Admin can create HR records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5E826-1D77-4431-9223-533C63C8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Invalid leave dates are rejected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1F5D9-8206-4101-8001-D39CE341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Duplicate attendance is rejected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3FB23C-0FCA-4306-B205-72C577ED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39E0C-4DA3-44B1-AD30-45431311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[SCREENSHOT PLACEHOLDER: User stories/acceptance criteria]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E2E07-28AA-435F-AE61-CA3B09C3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801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999EF-7533-4A0B-8A1B-499ABAE1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42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3A8A"/>
                </a:solidFill>
                <a:latin typeface="Aptos"/>
                <a:ea typeface="Aptos"/>
                <a:cs typeface="Aptos"/>
              </a:rPr>
              <a:t>Speaker notes: Connect requirements to testable behavior.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9E8611-A365-44A9-8784-2D4E2209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8/17</a:t>
            </a:r>
          </a:p>
        </p:txBody>
      </p:sp>
    </p:spTree>
    <p:extLst>
      <p:ext uri="{BB962C8B-B14F-4D97-AF65-F5344CB8AC3E}">
        <p14:creationId xmlns:p14="http://schemas.microsoft.com/office/powerpoint/2010/main" val="71286391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A39F7A-C209-415D-AACA-2113E007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2DAD4-279D-478F-BD82-2C463CF3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HRForWS FINAL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2C1E6-549A-44D6-8EA5-5C06F495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BDD/Cucumber E2E Tests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2DB36-A127-400C-8A7F-00F70374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Given/When/Then feature 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E41A34-47A5-4CE2-96E3-389B5B8E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API-level E2E tests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CD623-61BD-4312-8DD4-6026B980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Seeded authentication accounts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A8FF4-BD33-4126-B561-75F04BB4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Result: 6 passed, 0 failed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87338-3047-4209-8626-630AA651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B25B98-D306-4F7C-A4CC-2B95184A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[SCREENSHOT PLACEHOLDER: BDD E2E test result terminal showing 6 passed]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EAF43-D69D-4EDD-80B8-AF83A531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801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7C3E1-9430-4B41-82BE-AF4B12A8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42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3A8A"/>
                </a:solidFill>
                <a:latin typeface="Aptos"/>
                <a:ea typeface="Aptos"/>
                <a:cs typeface="Aptos"/>
              </a:rPr>
              <a:t>Speaker notes: Use the terminal output as proof.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9EFCE3-8FCF-461C-9EC1-D5FD8F6E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9/17</a:t>
            </a:r>
          </a:p>
        </p:txBody>
      </p:sp>
    </p:spTree>
    <p:extLst>
      <p:ext uri="{BB962C8B-B14F-4D97-AF65-F5344CB8AC3E}">
        <p14:creationId xmlns:p14="http://schemas.microsoft.com/office/powerpoint/2010/main" val="179375649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83E2F5-E7FB-4D48-BE78-B4ACF3AC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30249-7350-48FC-B263-D910FCE0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HRForWS FINAL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53AF8-C74E-47B1-B2C2-F3D3987D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Unit Test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EE191E-576D-49DA-9F7B-965B9637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Existing backend tests verified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C7A03-E42B-4BFA-87FB-4ED18DE1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Service/controller behavior covered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199BB-86B1-45F2-B358-FCFCC546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Result: 177 passed, 0 failed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D9916-E2B5-4610-A988-0611FEA5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No test deletions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C9928-B09F-4BEC-81FC-0FD0A8E2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77976-425C-451F-825F-006B77BD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[SCREENSHOT PLACEHOLDER: Unit test result terminal showing 177 passed]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ED528-CECA-45B4-908A-9D1C6587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801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C13C1-FE36-47CB-B987-61619F7C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42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3A8A"/>
                </a:solidFill>
                <a:latin typeface="Aptos"/>
                <a:ea typeface="Aptos"/>
                <a:cs typeface="Aptos"/>
              </a:rPr>
              <a:t>Speaker notes: Show that existing coverage still passes.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7DC98E-3870-4B62-89DC-AD5FB623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10/17</a:t>
            </a:r>
          </a:p>
        </p:txBody>
      </p:sp>
    </p:spTree>
    <p:extLst>
      <p:ext uri="{BB962C8B-B14F-4D97-AF65-F5344CB8AC3E}">
        <p14:creationId xmlns:p14="http://schemas.microsoft.com/office/powerpoint/2010/main" val="193948195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3954C3-618E-4AFE-8856-BC3CE3B7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35FC6-97BD-4C27-8A8A-94C4AE57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HRForWS FINAL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F971D-DAB8-42F8-A259-6B31169D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636A9-4B32-4E7F-B7FA-9F84392B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React/Vite 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5C93B-45AA-460A-83B2-BA689706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ASP.NET Core Web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D8027-B947-4BE9-A5FF-D188E6BC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Service 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1AA45-ADD9-440F-897B-F5B6E6B8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EF Core with SQLite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91EA8-9FBF-47B7-A133-9C574651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D17F3-5DAB-4421-B964-9A69F5BD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[SCREENSHOT PLACEHOLDER: Architecture diagram or architecture summary]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E111B-72FB-4539-AD24-9C1D5053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801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01BA6-6A3A-4430-8EF8-DE46C4D7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42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3A8A"/>
                </a:solidFill>
                <a:latin typeface="Aptos"/>
                <a:ea typeface="Aptos"/>
                <a:cs typeface="Aptos"/>
              </a:rPr>
              <a:t>Speaker notes: Walk through request flow from UI to database.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67DC4E-C038-472D-8AEE-3F266D66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11/17</a:t>
            </a:r>
          </a:p>
        </p:txBody>
      </p:sp>
    </p:spTree>
    <p:extLst>
      <p:ext uri="{BB962C8B-B14F-4D97-AF65-F5344CB8AC3E}">
        <p14:creationId xmlns:p14="http://schemas.microsoft.com/office/powerpoint/2010/main" val="118447327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6B6C0A-6006-41E3-BB8F-6FC45D31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86CFF-B293-4B6E-96AD-721BE225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HRForWS FINAL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DB750-AF99-4401-8588-4E004A53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Database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46484-C597-49A2-9906-93E0528F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Department, Position, Employee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5DEF8-43CB-4663-819E-E197BF50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LeaveType, LeaveRequest, Attendance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A8F1C-B821-469E-83CD-7345E640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Payroll, SalaryHistory, PerformanceReview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985B9-C332-45C0-AF50-4866077A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Identity users and roles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BA12E-E014-4DCD-AB2A-00E0824F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63D38-E721-4E91-AB9D-34F0E985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[SCREENSHOT PLACEHOLDER: Database model/entities]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545B3-1550-47A1-9D62-712F5ACE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801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197C1A-C9CF-4AE7-92A6-474EB451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42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3A8A"/>
                </a:solidFill>
                <a:latin typeface="Aptos"/>
                <a:ea typeface="Aptos"/>
                <a:cs typeface="Aptos"/>
              </a:rPr>
              <a:t>Speaker notes: Explain key relationships and planned scope.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F236E-8ADD-4CD7-B523-3B9AB29D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12/17</a:t>
            </a:r>
          </a:p>
        </p:txBody>
      </p:sp>
    </p:spTree>
    <p:extLst>
      <p:ext uri="{BB962C8B-B14F-4D97-AF65-F5344CB8AC3E}">
        <p14:creationId xmlns:p14="http://schemas.microsoft.com/office/powerpoint/2010/main" val="154781435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9CA831-126E-4E9E-9EE7-3B648FEE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CC4AF-BDA7-47D9-9D1A-441ECA7D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HRForWS FINAL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1BC594-51AD-4024-A5B3-F485BBCA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Authentication and Authorization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BEA1F-016C-4536-8CF4-686F9D13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Seeded demo users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DAF3C-008D-4E52-A9C6-D75E167B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JWT bearer tokens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04656-A04D-400D-99EC-32266CDC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Role-protected API endpoints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098D8-B905-432E-BE29-AD1966FD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Role-based frontend navigation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B7861-9AD8-499D-AF39-4870A630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A848F-99D7-433D-B5E0-BFA2A20E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[SCREENSHOT PLACEHOLDER: Frontend login page]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439A3A-2AA6-4A1F-9C66-E651795B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801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67980-AC80-4CAE-B9F4-C3A12F3B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42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3A8A"/>
                </a:solidFill>
                <a:latin typeface="Aptos"/>
                <a:ea typeface="Aptos"/>
                <a:cs typeface="Aptos"/>
              </a:rPr>
              <a:t>Speaker notes: Show login and role-based menu behavior.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BDC55-5B07-4E6E-9893-E5A9868F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13/17</a:t>
            </a:r>
          </a:p>
        </p:txBody>
      </p:sp>
    </p:spTree>
    <p:extLst>
      <p:ext uri="{BB962C8B-B14F-4D97-AF65-F5344CB8AC3E}">
        <p14:creationId xmlns:p14="http://schemas.microsoft.com/office/powerpoint/2010/main" val="146179164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EF1913-5A7A-48B2-A41F-3536A10A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29FC4-5F8F-4B68-A182-0979D917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HRForWS FINAL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AFC4B-24D5-4275-9F02-673B3AB3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Swagger and Postman API Testing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B98EF-38B4-4FD8-963B-E67624FC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Swagger at /swagger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81411-AF26-4EEE-AC86-38F07B76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Postman collection included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B7B7F-DA94-45F5-AA15-A1458354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Login returns bearer token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51124-CF3F-4D1E-AB5F-7A3A158C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Main endpoint groups covered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44958-79FD-41CA-BDB4-73D0A34F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EFAFD5-3C5B-49D7-9582-0FB5DF33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[SCREENSHOT PLACEHOLDER: Swagger page and Postman collection]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4B1FE-B773-488C-BCC0-89E346A8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801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539C2-FAA7-492C-9EEE-76AF9104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42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3A8A"/>
                </a:solidFill>
                <a:latin typeface="Aptos"/>
                <a:ea typeface="Aptos"/>
                <a:cs typeface="Aptos"/>
              </a:rPr>
              <a:t>Speaker notes: Show Swagger first, then Postman.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93B2C4-AEE5-4DEA-82C6-B3435770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14/17</a:t>
            </a:r>
          </a:p>
        </p:txBody>
      </p:sp>
    </p:spTree>
    <p:extLst>
      <p:ext uri="{BB962C8B-B14F-4D97-AF65-F5344CB8AC3E}">
        <p14:creationId xmlns:p14="http://schemas.microsoft.com/office/powerpoint/2010/main" val="14529118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CB897C-2026-40C8-A2D4-7453CFC2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2FEF6B-2212-4C0B-A1BD-E2575D98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HRForWS FINAL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79D66-D027-4A9F-B8BC-16D4E084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Frontend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D46B9-FDEB-4FD0-B248-335D3D5C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Login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D3345-BCB2-4681-ACE7-5B597696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Home/dashboard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0F3BA-9418-4AA9-84E3-46287385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Departments, positions, employees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A40FB-9954-4783-A560-ABF23AAC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Leave, attendance, payroll, salary history, reviews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E4600-F107-4F75-B6E5-A8A8EECF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7880F-9736-4358-B44E-BCAF4A70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[SCREENSHOT PLACEHOLDER: Frontend Departments, Employees, Leave, and Attendance pages]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0CFAD-2342-42F6-B5F8-FABFD490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801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442585-B786-4FA6-A94F-B5E8E1B6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42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3A8A"/>
                </a:solidFill>
                <a:latin typeface="Aptos"/>
                <a:ea typeface="Aptos"/>
                <a:cs typeface="Aptos"/>
              </a:rPr>
              <a:t>Speaker notes: Use this as the live demo checklist.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23649-B01D-4676-8FBE-9B47F848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15/17</a:t>
            </a:r>
          </a:p>
        </p:txBody>
      </p:sp>
    </p:spTree>
    <p:extLst>
      <p:ext uri="{BB962C8B-B14F-4D97-AF65-F5344CB8AC3E}">
        <p14:creationId xmlns:p14="http://schemas.microsoft.com/office/powerpoint/2010/main" val="186404374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295AD6-BD75-46AB-B2FF-E67BABFB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E066E-BDCF-40F9-954D-6D4D4ACF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HRForWS FINAL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3FE73-3B45-4B3B-9151-AF888E94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Challenges and Future Improvements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57EDC-141E-4FA1-A8E5-41E4BE34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API/frontend contract alignment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F1F21-8820-4679-AFFF-17476571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Authentication integration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91647-41CE-49AB-9E2D-F71B9A0D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Rerunnable test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10655-C0A4-4E42-9B0A-DDE1C92B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Future: code splitting, CI, UI browser tests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050B2-3433-4B91-ACE5-2D9E8FE2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1B035-037F-4AAD-9A08-0FC4403B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[SCREENSHOT PLACEHOLDER: Testing evidence and future backlog]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9340F-E3CE-4C0A-AC3B-1B9DFA4A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801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C3A65-7B41-4697-B590-6E91B476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42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3A8A"/>
                </a:solidFill>
                <a:latin typeface="Aptos"/>
                <a:ea typeface="Aptos"/>
                <a:cs typeface="Aptos"/>
              </a:rPr>
              <a:t>Speaker notes: Explain lessons learned and sensible next steps.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FB410-21DA-4DC9-BCE6-C8D8E949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16/17</a:t>
            </a:r>
          </a:p>
        </p:txBody>
      </p:sp>
    </p:spTree>
    <p:extLst>
      <p:ext uri="{BB962C8B-B14F-4D97-AF65-F5344CB8AC3E}">
        <p14:creationId xmlns:p14="http://schemas.microsoft.com/office/powerpoint/2010/main" val="81730923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C883E7-F346-4C7B-836D-A2C7DA8C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F2E80-428A-4064-B7A1-BB59A3C2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HRForWS FINAL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52DEA-A959-4D72-9189-C2973729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A894A-B1BC-4764-AA15-F6099279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Requirements documented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717BC-16F7-4266-BF24-05696ED0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Core HR app implemented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E907A-5A52-4E28-B170-58BC5691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Swagger/Postman testing ready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78133-9901-4141-BCFD-2B9E9C00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6 BDD E2E tests passed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3531E-8919-49B5-82FA-5AEAF5B9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177 unit tests 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D14224-93E3-46D6-AFFC-DF3BD429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5D05A-807C-4006-A765-D0158521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[SCREENSHOT PLACEHOLDER: Final application home page]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601F7-2F35-4404-B22D-228418B2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801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BE9DF7-3026-41FD-B2B5-C63A2C0B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42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3A8A"/>
                </a:solidFill>
                <a:latin typeface="Aptos"/>
                <a:ea typeface="Aptos"/>
                <a:cs typeface="Aptos"/>
              </a:rPr>
              <a:t>Speaker notes: Close with project readiness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AB42EA-2302-4ADF-88CB-503402B7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17/17</a:t>
            </a:r>
          </a:p>
        </p:txBody>
      </p:sp>
    </p:spTree>
    <p:extLst>
      <p:ext uri="{BB962C8B-B14F-4D97-AF65-F5344CB8AC3E}">
        <p14:creationId xmlns:p14="http://schemas.microsoft.com/office/powerpoint/2010/main" val="19893912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2026-06-12T07:31:24.2590000Z</dcterms:created>
  <dcterms:modified xsi:type="dcterms:W3CDTF">2026-06-12T07:31:24.2590000Z</dcterms:modified>
</coreProperties>
</file>